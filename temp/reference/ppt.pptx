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Fira Sans" panose="020B0503050000020004" pitchFamily="34" charset="0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v3ZQdi0rcUi78ND4k9HJP0SVx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45" Type="http://customschemas.google.com/relationships/presentationmetadata" Target="metadata"/><Relationship Id="rId49" Type="http://schemas.openxmlformats.org/officeDocument/2006/relationships/tableStyles" Target="tableStyles.xml"/><Relationship Id="rId4" Type="http://schemas.openxmlformats.org/officeDocument/2006/relationships/font" Target="fonts/font1.fntdata"/><Relationship Id="rId4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75c8606ba5c7db7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h675c8606ba5c7db7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6fb4c5cb_14_0)">
  <p:cSld name="Generated (g3f86fb4c5cb_14_0)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h675c8606ba5c7db7_0_38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h675c8606ba5c7db7_0_38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h675c8606ba5c7db7_0_38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h675c8606ba5c7db7_0_38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h675c8606ba5c7db7_0_38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675c8606ba5c7db7_0_39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h675c8606ba5c7db7_0_39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h675c8606ba5c7db7_0_395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h675c8606ba5c7db7_0_39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h675c8606ba5c7db7_0_39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h675c8606ba5c7db7_0_395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h675c8606ba5c7db7_0_395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h675c8606ba5c7db7_0_395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675c8606ba5c7db7_0_40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h675c8606ba5c7db7_0_40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h675c8606ba5c7db7_0_40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675c8606ba5c7db7_0_40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h675c8606ba5c7db7_0_40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h675c8606ba5c7db7_0_40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h675c8606ba5c7db7_0_410"/>
          <p:cNvSpPr txBox="1">
            <a:spLocks noGrp="1"/>
          </p:cNvSpPr>
          <p:nvPr>
            <p:ph type="title"/>
          </p:nvPr>
        </p:nvSpPr>
        <p:spPr>
          <a:xfrm>
            <a:off x="797859" y="92906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h675c8606ba5c7db7_0_4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h675c8606ba5c7db7_0_4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h675c8606ba5c7db7_0_412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h675c8606ba5c7db7_0_412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h675c8606ba5c7db7_0_412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h675c8606ba5c7db7_0_418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h675c8606ba5c7db7_0_418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h675c8606ba5c7db7_0_418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h675c8606ba5c7db7_0_418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h675c8606ba5c7db7_0_418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675c8606ba5c7db7_0_379"/>
          <p:cNvSpPr/>
          <p:nvPr/>
        </p:nvSpPr>
        <p:spPr>
          <a:xfrm>
            <a:off x="0" y="6080760"/>
            <a:ext cx="838200" cy="790500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h675c8606ba5c7db7_0_379"/>
          <p:cNvSpPr/>
          <p:nvPr/>
        </p:nvSpPr>
        <p:spPr>
          <a:xfrm>
            <a:off x="10169610" y="6356350"/>
            <a:ext cx="2022300" cy="5148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h675c8606ba5c7db7_0_379"/>
          <p:cNvSpPr/>
          <p:nvPr/>
        </p:nvSpPr>
        <p:spPr>
          <a:xfrm>
            <a:off x="838199" y="6356350"/>
            <a:ext cx="9331500" cy="514800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Google Shape;9;h675c8606ba5c7db7_0_379" descr="Graphical user interface, text, application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h675c8606ba5c7db7_0_37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93862" y="141576"/>
            <a:ext cx="2316256" cy="70870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h675c8606ba5c7db7_0_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h675c8606ba5c7db7_0_97"/>
          <p:cNvGrpSpPr/>
          <p:nvPr/>
        </p:nvGrpSpPr>
        <p:grpSpPr>
          <a:xfrm>
            <a:off x="381000" y="238125"/>
            <a:ext cx="11424975" cy="708600"/>
            <a:chOff x="381000" y="238125"/>
            <a:chExt cx="11424975" cy="708600"/>
          </a:xfrm>
        </p:grpSpPr>
        <p:pic>
          <p:nvPicPr>
            <p:cNvPr id="56" name="Google Shape;56;h675c8606ba5c7db7_0_97"/>
            <p:cNvPicPr preferRelativeResize="0"/>
            <p:nvPr/>
          </p:nvPicPr>
          <p:blipFill rotWithShape="1">
            <a:blip r:embed="rId4">
              <a:alphaModFix/>
            </a:blip>
            <a:srcRect t="10" b="10"/>
            <a:stretch/>
          </p:blipFill>
          <p:spPr>
            <a:xfrm>
              <a:off x="381000" y="238125"/>
              <a:ext cx="2316300" cy="70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h675c8606ba5c7db7_0_97"/>
            <p:cNvPicPr preferRelativeResize="0"/>
            <p:nvPr/>
          </p:nvPicPr>
          <p:blipFill rotWithShape="1">
            <a:blip r:embed="rId5">
              <a:alphaModFix/>
            </a:blip>
            <a:srcRect l="10" t="710" r="20" b="720"/>
            <a:stretch/>
          </p:blipFill>
          <p:spPr>
            <a:xfrm>
              <a:off x="11077575" y="238125"/>
              <a:ext cx="728400" cy="539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h675c8606ba5c7db7_0_97"/>
          <p:cNvGrpSpPr/>
          <p:nvPr/>
        </p:nvGrpSpPr>
        <p:grpSpPr>
          <a:xfrm>
            <a:off x="0" y="6067510"/>
            <a:ext cx="12191952" cy="803637"/>
            <a:chOff x="0" y="6067510"/>
            <a:chExt cx="12191952" cy="803637"/>
          </a:xfrm>
        </p:grpSpPr>
        <p:sp>
          <p:nvSpPr>
            <p:cNvPr id="100" name="Google Shape;100;h675c8606ba5c7db7_0_97"/>
            <p:cNvSpPr/>
            <p:nvPr/>
          </p:nvSpPr>
          <p:spPr>
            <a:xfrm>
              <a:off x="0" y="6067510"/>
              <a:ext cx="838200" cy="790500"/>
            </a:xfrm>
            <a:prstGeom prst="rect">
              <a:avLst/>
            </a:prstGeom>
            <a:solidFill>
              <a:srgbClr val="A4253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h675c8606ba5c7db7_0_97"/>
            <p:cNvSpPr/>
            <p:nvPr/>
          </p:nvSpPr>
          <p:spPr>
            <a:xfrm>
              <a:off x="838200" y="6356347"/>
              <a:ext cx="9331500" cy="514800"/>
            </a:xfrm>
            <a:prstGeom prst="rect">
              <a:avLst/>
            </a:prstGeom>
            <a:solidFill>
              <a:srgbClr val="A4253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h675c8606ba5c7db7_0_97"/>
            <p:cNvSpPr/>
            <p:nvPr/>
          </p:nvSpPr>
          <p:spPr>
            <a:xfrm>
              <a:off x="10169652" y="6356347"/>
              <a:ext cx="2022300" cy="514800"/>
            </a:xfrm>
            <a:prstGeom prst="rect">
              <a:avLst/>
            </a:prstGeom>
            <a:solidFill>
              <a:srgbClr val="D922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Marcellus</vt:lpstr>
      <vt:lpstr>Fira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Pushpendra Kumar Dhansoia</dc:creator>
  <cp:lastModifiedBy>Manik Prakash</cp:lastModifiedBy>
  <cp:revision>1</cp:revision>
  <dcterms:created xsi:type="dcterms:W3CDTF">2022-02-21T05:08:08Z</dcterms:created>
  <dcterms:modified xsi:type="dcterms:W3CDTF">2026-10-11T14:25:12Z</dcterms:modified>
</cp:coreProperties>
</file>